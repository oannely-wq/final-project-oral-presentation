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Automating Employee Department Updates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Bridging the Gap Between HR and Finance using AI</a:t>
            </a:r>
          </a:p>
          <a:p>
            <a:r>
              <a:t>[Your Name], Accounts Payable Specialist</a:t>
            </a:r>
          </a:p>
          <a:p>
            <a:r>
              <a:t>AI in Practice - Final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&amp;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My Role: Working in the Finance Department as an Accounts Payable Specialist.</a:t>
            </a:r>
          </a:p>
          <a:p>
            <a:pPr/>
            <a:r>
              <a:t>Core Responsibility: Booking personnel costs to the correct departments and cost centers.</a:t>
            </a:r>
          </a:p>
          <a:p>
            <a:pPr/>
            <a:r>
              <a:t>The Goal: Ensuring financial reporting is 100% accurate based on employee placement.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 Chose This Topic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First-hand Frustration: I regularly face issues where employee costs are booked incorrectly.</a:t>
            </a:r>
          </a:p>
          <a:p>
            <a:pPr/>
            <a:r>
              <a:t>Investigation: I asked our HR representative about their process.</a:t>
            </a:r>
          </a:p>
          <a:p>
            <a:pPr/>
            <a:r>
              <a:t>The Discovery: HR updates department changes manually in BambooHR, but there is no automated system to notify Finance or update our ERP system (NetSuite).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The Manual Disconnect: HR successfully updates BambooHR. However, they frequently forget to log into NetSuite to make the exact same change.</a:t>
            </a:r>
          </a:p>
          <a:p>
            <a:pPr/>
            <a:r>
              <a:t>The Consequence: Finance relies on NetSuite. Because NetSuite contains outdated information, employee costs get directed to the wrong department.</a:t>
            </a:r>
          </a:p>
          <a:p>
            <a:pPr/>
            <a:r>
              <a:t>The Result: Time wasted on manual corrections, inaccurate financial budgets, and data entry fatigue.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The Idea: Build an application that automatically updates the employee's department in NetSuite the moment it is changed in BambooHR.</a:t>
            </a:r>
          </a:p>
          <a:p>
            <a:pPr/>
            <a:r>
              <a:t>The Method: Using a workflow automation tool to connect the APIs of both systems.</a:t>
            </a:r>
          </a:p>
          <a:p>
            <a:pPr/>
            <a:r>
              <a:t>The Trigger: "When department changes in BambooHR" -&gt; "Update record in NetSuite".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Challenge (Why it's not simple)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Different Languages: HR and Finance use different terminology.</a:t>
            </a:r>
          </a:p>
          <a:p>
            <a:pPr/>
            <a:r>
              <a:t>Example: HR might label a department "IT Support", but NetSuite requires a strict financial cost center code, like "Cost Center 900: IT".</a:t>
            </a:r>
          </a:p>
          <a:p>
            <a:pPr/>
            <a:r>
              <a:t>The Missing Link: A standard integration isn't enough; the data needs to be intelligently translated before it enters NetSuite.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Tools and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Integration Platform: Make.com or Zapier to handle the API connections without needing a developer.</a:t>
            </a:r>
          </a:p>
          <a:p>
            <a:pPr/>
            <a:r>
              <a:t>The AI Tool: OpenAI (ChatGPT API) integrated directly into the workflow.</a:t>
            </a:r>
          </a:p>
          <a:p>
            <a:pPr/>
            <a:r>
              <a:t>The Technique: We use an LLM (Large Language Model) as a "Translator." AI takes the HR department name, compares it against Finance Cost Center rules, and generates the required code.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the AI Workflow Looks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1. Trigger: BambooHR detects a department change.</a:t>
            </a:r>
          </a:p>
          <a:p>
            <a:pPr/>
            <a:r>
              <a:t>2. Fetch: The workflow pulls the new HR Department Name.</a:t>
            </a:r>
          </a:p>
          <a:p>
            <a:pPr/>
            <a:r>
              <a:t>3. AI Processing: OpenAI receives prompt: "Map 'Digital Marketing' to correct NetSuite Cost Center."</a:t>
            </a:r>
          </a:p>
          <a:p>
            <a:pPr/>
            <a:r>
              <a:t>4. AI Output: "Cost Center 420-Mktg".</a:t>
            </a:r>
          </a:p>
          <a:p>
            <a:pPr/>
            <a:r>
              <a:t>5. Action: The workflow pushes the AI-formatted cost center string into NetSuite.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Stage of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Status: Planning and Tool Selection Phase.</a:t>
            </a:r>
          </a:p>
          <a:p>
            <a:pPr/>
            <a:r>
              <a:t>Completed: Identified the core problem, mapped the manual process, and selected the AI tools (Zapier/Make + OpenAI).</a:t>
            </a:r>
          </a:p>
          <a:p>
            <a:pPr/>
            <a:r>
              <a:t>Next Steps: Setting up test accounts (sandboxes) for BambooHR and NetSuite to test the API connection and prompt engineer the OpenAI module.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Impact: Eliminates human data-entry error, saves time for both HR and Finance, and guarantees real-time financial accuracy.</a:t>
            </a:r>
          </a:p>
          <a:p>
            <a:pPr/>
            <a:r>
              <a:t>The Value of AI: Demonstrates how AI doesn't just write text, but can act as an intelligent "data translator" in the background of enterprise systems.</a:t>
            </a:r>
          </a:p>
          <a:p>
            <a:pPr/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